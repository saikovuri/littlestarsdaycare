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09D7-D7BC-B800-A902-F728CE2CB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6BEB4-25EC-0C5E-DE18-4E24D1A9B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F3192-F4C2-5C5B-7980-A932E9F1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136CA-21DA-19A9-96FF-DBE8BA33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CF8AE-3C99-89FB-03B5-284ED700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5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DBDC-88B4-18D0-4A77-E9DC48BB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02F2-70E7-5F8D-F14F-9F711F75F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30ED-5EEE-F113-FF4C-6D6D7170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D17D4-0D19-8060-D964-FBC233D0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9D778-1835-C07E-5E6E-990867CC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5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8F37-169F-9576-9299-3AADE338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76216-020C-BFC3-A687-9EBE74CD4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6FCD5-2BAF-8D22-7A39-A25C2740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28C88-53A6-0D85-EE00-875E1D85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11B95-236E-2F26-67A0-3C986A5B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6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2DCD-A1EE-052C-EB7E-143E1F80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E726-DD94-1114-2788-F2CD35177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65C64-348E-244A-D4E8-B4F5FC26E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E8F0B-B456-C309-6419-1F8C732E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A1853-DDA9-644F-DCFB-48080422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4A182-BC36-A50D-58DE-74FF1C12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5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F3CA-66B5-7E5F-082B-36418B83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69C7-6F70-8E62-6969-C5DAFAEC9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44715-6779-535D-C6DF-313AD6B11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BB596-6692-4CE7-D7C3-4C61AEBFB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09125-2D5A-29BB-6885-EAB6430F33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A8906-D047-3C79-AD41-7698CCB8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785A6-C548-4C75-5620-ED5905D1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DCE01-7B62-E0E0-AD40-46753E80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9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40EB-F2AE-4363-DB68-81DABA902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4C0FF-C3D8-71D9-EAE5-4496A5719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CA5E4-4F5A-F6E8-F375-7E601468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89E53-4ADC-B2CD-8B89-FE5E643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5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003E4-7DBD-D249-EB6D-EAF7D699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F36BD-61D0-37B0-706A-1383900A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AB8E2-7873-252F-C574-F8DF61348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0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F276-CB9F-430E-8EDB-AE48CE86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D8E2-2439-0BE3-A6AB-6497B5ECE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E4737-EAC4-8FE6-E665-7125577B7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C4098-977A-8507-DC7C-838D8EEF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A4073-D206-3CBF-E454-EDF652E2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475A-4998-7A72-65D0-62B67FE4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86AC-1B89-F3BB-DC15-E5F89C6D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890AE-6078-B37A-A639-03E25E236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23342-8293-E43C-E41E-C928BEB7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88CB1-6C17-4494-8E52-E95AB83C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0E9B1-F458-5D24-A47C-652EC67A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3B6A6-39EB-817C-D207-DD685433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3EC8-E740-0177-1428-618C61D5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846F0-8013-FC86-4E8A-17D29A33C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19C2B-99C0-C5F2-2E8A-8E8E2ED7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01E91-75B3-9A1A-A3BB-BB57DF58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1CFC8-C650-DE25-0F76-68CF250D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4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F89E2-E8A4-D9A4-D7DC-3414D9A0C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B50B5-321B-59A9-236C-2F31B552A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33E7A-273B-E018-9515-A74F66F1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72910-6FB5-00B4-5C8D-EDBADE0F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6E0E9-4AA9-1830-F0FD-33A73A8A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4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9E662-14AA-8543-0D04-34C86B17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E60ED-1566-522F-0878-8F7433621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1441E-AD11-5E35-4DD6-E6EBB33AF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4914A-807A-4A2A-AA18-89397F289C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F2626-D5D9-69E4-9DE1-E285B6E4B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21E79-8619-7C0B-1052-CC0F84ED7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11007-92D9-4A5E-A7E2-911F93C92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5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2B6839-321E-35A4-635E-773B918E5067}"/>
              </a:ext>
            </a:extLst>
          </p:cNvPr>
          <p:cNvSpPr txBox="1"/>
          <p:nvPr/>
        </p:nvSpPr>
        <p:spPr>
          <a:xfrm>
            <a:off x="3445381" y="407415"/>
            <a:ext cx="4668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Little Stars Home Daycare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43851-B62F-19A7-78B7-001326A32269}"/>
              </a:ext>
            </a:extLst>
          </p:cNvPr>
          <p:cNvSpPr txBox="1"/>
          <p:nvPr/>
        </p:nvSpPr>
        <p:spPr>
          <a:xfrm>
            <a:off x="4363550" y="983673"/>
            <a:ext cx="3130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January – December 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94353D-E12D-EA1A-6864-5FF6D2F5B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300802"/>
              </p:ext>
            </p:extLst>
          </p:nvPr>
        </p:nvGraphicFramePr>
        <p:xfrm>
          <a:off x="946727" y="1727201"/>
          <a:ext cx="10298546" cy="449255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81708">
                  <a:extLst>
                    <a:ext uri="{9D8B030D-6E8A-4147-A177-3AD203B41FA5}">
                      <a16:colId xmlns:a16="http://schemas.microsoft.com/office/drawing/2014/main" val="2217397607"/>
                    </a:ext>
                  </a:extLst>
                </a:gridCol>
                <a:gridCol w="1675920">
                  <a:extLst>
                    <a:ext uri="{9D8B030D-6E8A-4147-A177-3AD203B41FA5}">
                      <a16:colId xmlns:a16="http://schemas.microsoft.com/office/drawing/2014/main" val="2944538468"/>
                    </a:ext>
                  </a:extLst>
                </a:gridCol>
                <a:gridCol w="1812826">
                  <a:extLst>
                    <a:ext uri="{9D8B030D-6E8A-4147-A177-3AD203B41FA5}">
                      <a16:colId xmlns:a16="http://schemas.microsoft.com/office/drawing/2014/main" val="2218091119"/>
                    </a:ext>
                  </a:extLst>
                </a:gridCol>
                <a:gridCol w="1761223">
                  <a:extLst>
                    <a:ext uri="{9D8B030D-6E8A-4147-A177-3AD203B41FA5}">
                      <a16:colId xmlns:a16="http://schemas.microsoft.com/office/drawing/2014/main" val="3538862975"/>
                    </a:ext>
                  </a:extLst>
                </a:gridCol>
                <a:gridCol w="1665778">
                  <a:extLst>
                    <a:ext uri="{9D8B030D-6E8A-4147-A177-3AD203B41FA5}">
                      <a16:colId xmlns:a16="http://schemas.microsoft.com/office/drawing/2014/main" val="1911191549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1262689488"/>
                    </a:ext>
                  </a:extLst>
                </a:gridCol>
              </a:tblGrid>
              <a:tr h="1112982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Meal Time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Monday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Tuesday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Wednesday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Thursday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Friday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000949"/>
                  </a:ext>
                </a:extLst>
              </a:tr>
              <a:tr h="1112982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b="1" dirty="0"/>
                        <a:t>Breakfast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Ragi Idly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Boiled Egg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Steamed Carrot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Quiona Oats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Scrambled Egg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Steamed Broccoli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Rice Dal Pongal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Boiled Egg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Steamed Spinach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Quinoa Idly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Zucchini (Steamed)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Soft Rice Idly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/>
                        <a:t>Steamed Veggies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350665"/>
                  </a:ext>
                </a:extLst>
              </a:tr>
              <a:tr h="1112982">
                <a:tc gridSpan="6"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LUNCH needs to be provided by parents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714208"/>
                  </a:ext>
                </a:extLst>
              </a:tr>
              <a:tr h="1112982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b="1" dirty="0"/>
                        <a:t>PM Snack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Banana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Pear Slices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Greek Yogurt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Strawberries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Apple Slices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Cucumber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Orange Slices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Blue Berries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Greek Yogurt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278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73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72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Kovouri</dc:creator>
  <cp:lastModifiedBy>Sai Kovouri</cp:lastModifiedBy>
  <cp:revision>1</cp:revision>
  <cp:lastPrinted>2026-02-12T18:19:50Z</cp:lastPrinted>
  <dcterms:created xsi:type="dcterms:W3CDTF">2026-02-12T17:53:13Z</dcterms:created>
  <dcterms:modified xsi:type="dcterms:W3CDTF">2026-03-02T21:10:14Z</dcterms:modified>
</cp:coreProperties>
</file>