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4BCA6-1A8F-4F9E-B080-B9B76C48A34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D66B0-6362-47AE-BF04-62B82267A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C5DE-C44B-8800-0A32-930CCFBEC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0E470-F353-F7DF-9F52-46F10A837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DFB68-DA2D-75A5-6503-B4913B6F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D2739-61C5-67CB-7D40-5B1CC2F0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21218-EA32-529A-1FAE-5E59BC4F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9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C034-95A3-0662-3BC8-47AFB2BA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81C7-F7C6-7DBF-DD7A-8EFF54E6D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892F-FB56-0F65-068E-C77AA513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02B88-EC27-3484-7F03-9E748CF6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8554-57E5-51A6-0652-B7287E51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2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19A3-CF67-AFAB-857E-B04AF4DC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5FAFA-A25A-1B07-1E44-0FB65920A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40020-90FD-F0A6-5536-107C9597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BD24-04E6-415F-F531-DB2072F2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9E71-A947-0F2E-918F-195270E1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3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2CE1-A1BC-1924-264E-A75EAF16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FBE13-A7EC-3523-0A29-9B96B4E00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6E5B8-6640-4523-26C2-4D8B2A25F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07EEF-CD61-8306-F660-EF866F6F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AA776-9366-B05F-0621-3AC4C625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D0DD3-8167-1634-A80C-44FBEF0A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7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6D05-CF22-9BDA-7783-9F4BA3E40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13CCE-8934-FC4A-2EB7-97EB2FFB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A458C-E30A-558A-287E-5386D6D5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81FE2-8C0A-FC2E-3370-C715F33D3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E72F8-BDD0-DF18-1765-3BBF7D92E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4FA10-F817-E589-7F96-1815D74F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31783-C752-95A1-6D85-FB09E5A5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F2B86-C33B-787D-4DA6-4558169E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7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CD12-33F9-956F-CA60-23CAF627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F0443-8266-6230-BA43-0835F90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F4E3D-927E-B7A5-13D8-1E9D404C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4DBD4-9B11-BF27-CE66-388DCD8C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2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4A117-3559-90F0-36A1-EC0AA7DB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7BB73-C985-8921-9219-C47178F5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445D7-9F3B-0FF5-13D0-FC749991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7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9637-39A1-307B-D2E7-3FD4404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DBE84-0987-C4A1-869C-4356AFAF9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BEB25-D2A8-90A4-9410-B11374498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B475A-DCBF-EF79-448D-0A23E38E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ACC35-2547-C3C3-A09F-C715A4B4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E8009-D879-1F78-BA10-9997191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4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EFE1-63FC-5E96-F9D9-5C83BDE4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DE826-CC16-652A-8134-403292C69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53160-195B-B564-42EE-E28CB5CC9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18059-CD4C-BA0C-0D74-974CA852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C67ED-163A-B372-027F-969B4252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8DFE8-3D52-68C7-6A5A-A5E9B939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3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320B-2FDA-AC6F-D38B-494135B5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4A8C9-7957-0FF3-0C46-5B61989CA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60A25-6994-986A-1ADA-876EECB9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6F4DD-EEB7-5A8D-65E6-FC79BDAE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60FDB-F2D6-777C-39E7-1C559939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76500-498C-D8EA-53EC-1C86F5EC9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E7FAB-A8B2-2EAB-B366-85A094460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15D-5D96-BE69-449B-CE0982CA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7033-D3A6-88FD-FDAA-6B132038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2E683-A1BE-B2E0-EF47-42A04FE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1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9DDB9-FE45-9B22-2160-245553FD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7B2BA-640F-BA70-2E1E-A591D14B9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23D4D-5D9A-C732-A6E9-45359595B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240B1-13C4-4927-98DB-9B81DA86F20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2856A-7D79-E746-4317-D05D1A5E8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D521-5E96-10EF-7A26-68069B852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16C96-761F-4AEA-8D2A-54010B38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4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6616B-2CBA-B713-42A5-617A941A93FE}"/>
              </a:ext>
            </a:extLst>
          </p:cNvPr>
          <p:cNvSpPr txBox="1"/>
          <p:nvPr/>
        </p:nvSpPr>
        <p:spPr>
          <a:xfrm>
            <a:off x="4245205" y="162124"/>
            <a:ext cx="3701590" cy="61555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400" b="1" dirty="0">
                <a:solidFill>
                  <a:srgbClr val="2E3E33"/>
                </a:solidFill>
              </a:rPr>
              <a:t>Spring Break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8317E0-38C4-4911-8E6E-B77951C7E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28225"/>
              </p:ext>
            </p:extLst>
          </p:nvPr>
        </p:nvGraphicFramePr>
        <p:xfrm>
          <a:off x="0" y="936458"/>
          <a:ext cx="12192000" cy="5745287"/>
        </p:xfrm>
        <a:graphic>
          <a:graphicData uri="http://schemas.openxmlformats.org/drawingml/2006/table">
            <a:tbl>
              <a:tblPr/>
              <a:tblGrid>
                <a:gridCol w="996702">
                  <a:extLst>
                    <a:ext uri="{9D8B030D-6E8A-4147-A177-3AD203B41FA5}">
                      <a16:colId xmlns:a16="http://schemas.microsoft.com/office/drawing/2014/main" val="1786581701"/>
                    </a:ext>
                  </a:extLst>
                </a:gridCol>
                <a:gridCol w="2719264">
                  <a:extLst>
                    <a:ext uri="{9D8B030D-6E8A-4147-A177-3AD203B41FA5}">
                      <a16:colId xmlns:a16="http://schemas.microsoft.com/office/drawing/2014/main" val="44556036"/>
                    </a:ext>
                  </a:extLst>
                </a:gridCol>
                <a:gridCol w="2101174">
                  <a:extLst>
                    <a:ext uri="{9D8B030D-6E8A-4147-A177-3AD203B41FA5}">
                      <a16:colId xmlns:a16="http://schemas.microsoft.com/office/drawing/2014/main" val="2109620437"/>
                    </a:ext>
                  </a:extLst>
                </a:gridCol>
                <a:gridCol w="2529192">
                  <a:extLst>
                    <a:ext uri="{9D8B030D-6E8A-4147-A177-3AD203B41FA5}">
                      <a16:colId xmlns:a16="http://schemas.microsoft.com/office/drawing/2014/main" val="1645113983"/>
                    </a:ext>
                  </a:extLst>
                </a:gridCol>
                <a:gridCol w="2227634">
                  <a:extLst>
                    <a:ext uri="{9D8B030D-6E8A-4147-A177-3AD203B41FA5}">
                      <a16:colId xmlns:a16="http://schemas.microsoft.com/office/drawing/2014/main" val="3134141120"/>
                    </a:ext>
                  </a:extLst>
                </a:gridCol>
                <a:gridCol w="1618034">
                  <a:extLst>
                    <a:ext uri="{9D8B030D-6E8A-4147-A177-3AD203B41FA5}">
                      <a16:colId xmlns:a16="http://schemas.microsoft.com/office/drawing/2014/main" val="1048003291"/>
                    </a:ext>
                  </a:extLst>
                </a:gridCol>
              </a:tblGrid>
              <a:tr h="453229"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Monday (Nature Day)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Tuesday (Colors Day)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Wednesday (All Kinds of Play)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Thursday (Bugs &amp; Garden)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/>
                        </a:rPr>
                        <a:t>Friday (Fun Party Day)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2E3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638408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8:30–9:00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Arrival &amp; Free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Arrival &amp; Free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Arrival &amp; Free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Arrival &amp; Free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Arrival &amp; Free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733287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9:00–9:30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Breakfast /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Breakfast /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Breakfast /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Breakfast /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Breakfast /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085748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9:30–10:00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Circle Time &amp; Songs </a:t>
                      </a:r>
                      <a:b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(Spring, Weather)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Circle Time &amp; Songs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(Colors)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Circle Time &amp; Songs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(Action &amp; Dance)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Circle Time &amp; Songs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(Bugs Theme)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Circle Time &amp; Songs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(Dance)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684949"/>
                  </a:ext>
                </a:extLst>
              </a:tr>
              <a:tr h="564073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10:00–10:40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Learning Centers </a:t>
                      </a:r>
                      <a:b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(Sensory Bin, Puzzles, Coloring, Blocks)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Learning Centers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(Color Sorting, Playdough, Matching)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Learning Centers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(Blocks, Cars, Fine Motor Toys, Puzzles)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Learning Centers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(Insect Toys, Sensory Bin, Books)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Learning Centers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(Free Choice Centers)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47287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10:40–11:30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Outdoor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Outdoor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Outdoor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Outdoor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Outdoor Play 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288321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11:30–12:30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Lunch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Lunch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Lunch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Lunch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Lunch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480337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12:30–2:00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Nap / Quiet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Nap / Quiet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Nap / Quiet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Nap / Quiet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Nap / Quiet Time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717073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1F2A24"/>
                          </a:solidFill>
                          <a:latin typeface="Aptos"/>
                        </a:rPr>
                        <a:t>2:00–2:30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Restroom &amp;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Restroom &amp;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Restroom &amp;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Restroom &amp;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Restroom &amp; Snack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42740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2:30–3:30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Spring Collage Craft &amp; Nature Art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Sponge Painting &amp; Rainbow Craft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Indoor/Outdoor Free Play Activities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Ladybug Craft &amp; Pretend Gardening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Water Play &amp; Dance Party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20876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3:30–4:30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Free Play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(Indoor/Outdoor)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Free Play </a:t>
                      </a:r>
                      <a:b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(Indoor/Outdoor)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Free Play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(Indoor/Outdoor)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Free Play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(Indoor/Outdoor)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Free Play </a:t>
                      </a:r>
                      <a:b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</a:br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(Indoor/Outdoor)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1290"/>
                  </a:ext>
                </a:extLst>
              </a:tr>
              <a:tr h="42821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4:30–5:00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Story Time &amp; Calm Activities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Story Time &amp; Puzzles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Story Time &amp; Music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Story Time &amp; Books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Story Time &amp; Dance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430141"/>
                  </a:ext>
                </a:extLst>
              </a:tr>
              <a:tr h="42822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Aptos"/>
                        </a:rPr>
                        <a:t>5:00–5:30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Pick-Up &amp; Quiet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rgbClr val="1F2A24"/>
                          </a:solidFill>
                          <a:latin typeface="Aptos"/>
                        </a:rPr>
                        <a:t>Pick-Up &amp; Quiet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Pick-Up &amp; Quiet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Pick-Up &amp; Quiet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1F2A24"/>
                          </a:solidFill>
                          <a:latin typeface="Aptos"/>
                        </a:rPr>
                        <a:t>Pick-Up &amp; Quiet Play</a:t>
                      </a:r>
                    </a:p>
                  </a:txBody>
                  <a:tcPr marL="76200" marR="76200" marT="50800" marB="50800" anchor="ctr">
                    <a:lnL w="9525">
                      <a:solidFill>
                        <a:srgbClr val="D0D4D1"/>
                      </a:solidFill>
                    </a:lnL>
                    <a:lnR w="9525">
                      <a:solidFill>
                        <a:srgbClr val="D0D4D1"/>
                      </a:solidFill>
                    </a:lnR>
                    <a:lnT w="9525">
                      <a:solidFill>
                        <a:srgbClr val="D0D4D1"/>
                      </a:solidFill>
                    </a:lnT>
                    <a:lnB w="9525">
                      <a:solidFill>
                        <a:srgbClr val="D0D4D1"/>
                      </a:solidFill>
                    </a:lnB>
                    <a:lnTlToBr w="0"/>
                    <a:lnBlToTr w="0"/>
                    <a:solidFill>
                      <a:srgbClr val="F5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85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754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346</Words>
  <Application>Microsoft Office PowerPoint</Application>
  <PresentationFormat>Widescreen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Kovouri</dc:creator>
  <cp:lastModifiedBy>Sai Kovouri</cp:lastModifiedBy>
  <cp:revision>1</cp:revision>
  <dcterms:created xsi:type="dcterms:W3CDTF">2026-02-27T23:13:44Z</dcterms:created>
  <dcterms:modified xsi:type="dcterms:W3CDTF">2026-03-02T21:14:33Z</dcterms:modified>
</cp:coreProperties>
</file>